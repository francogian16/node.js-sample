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61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1A4731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JavaScript with Node.js, Express.js,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RESTful API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NODE.JS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Node.js?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is a JavaScript runtime environment — not a language, not a framework.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run JavaScript on a server or local machine using built-in modules like 'fs' (File System) and 'http'.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Engine of a Car — JavaScript finally running outside the browser.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Script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298448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19472" y="1618488"/>
            <a:ext cx="37398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'fs';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message 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"Hello, World! This is Node.js speaking.";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console.log(message);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3090672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1A4731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56048" y="30906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hello.js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376732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904488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9264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69264" y="41879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JS outside the browser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91840" y="376732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90448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3632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913632" y="41879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fs, http, path, os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36208" y="376732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904488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858000" y="41879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CLIs, tooling, servers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EVENT-DRIVEN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423160"/>
          </a:xfrm>
          <a:prstGeom prst="roundRect">
            <a:avLst>
              <a:gd name="adj" fmla="val 3774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Non-Blocking I/O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never waits for slow operations to finish.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(disk reads, DB queries, network calls) runs in the background. When done, it fires an event — and the callback runs.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restaurant waiter who takes every order immediately and responds when the kitchen rings a bell.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438144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351129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(Blocking)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488" y="3858768"/>
            <a:ext cx="16824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order → waits for food → delivers → takes next order.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is locked until each step completes.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50592" y="3438144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78608" y="351129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(Non-Blocking)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78608" y="3858768"/>
            <a:ext cx="16824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order → takes next order immediately.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rings bell when ready → waiter responds to event.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Non-Blocking in Action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require('fs');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console.log("1. Program Started");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(Non-Blocking) Read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fs.readFile('data.txt', 'utf8', (err, data)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Runs LATER, when file is ready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console.log("3. File content:", data);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console.log("2. Program continues...");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 order: 1 → 2 →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EXPRESS.JS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Express.js?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is a minimal, flexible web framework for Node.js.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simplifies server setup by providing tools for routing, middleware, and request/response handling.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Web Server Building Kit — Node gives you raw materials; Express gives you the blueprints.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621024"/>
            <a:ext cx="1298448" cy="1170432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37490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4096512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438912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URLs to handlers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773936" y="3621024"/>
            <a:ext cx="1298448" cy="1170432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249424" y="37490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901952" y="4096512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01952" y="438912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every request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00400" y="3621024"/>
            <a:ext cx="1298448" cy="1170432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75888" y="37490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28416" y="4096512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/ res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28416" y="438912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request &amp; response API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Web Server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terminal: npm install express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3000;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Route: GET 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res.send('Hello from Express!');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 server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console.log(`Server running on port ${PORT}`);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&amp; MIDDLEWARE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the server responds to specific URLs and HTTP methods.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maps a path + verb to a handler function: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app.get('/users', handler)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app.post('/users', handler)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816352"/>
            <a:ext cx="4160520" cy="1993392"/>
          </a:xfrm>
          <a:prstGeom prst="roundRect">
            <a:avLst>
              <a:gd name="adj" fmla="val 4587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017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9809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6072" y="3474720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76072" y="3566160"/>
            <a:ext cx="3703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execute before reaching a route handler. They can log requests, authenticate users, or parse request bodies.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call next() to pass control forward.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mail sorting office.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in Action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Logger Middleware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logger = (req, res, next)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console.log(`${req.method} ${req.url}`);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 // Required — pass to next handler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Apply to ALL routes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handler runs AFTER middleware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res.send('Homepage. Check console!');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HTTP REQUESTS &amp; RESPONSES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920240"/>
          </a:xfrm>
          <a:prstGeom prst="roundRect">
            <a:avLst>
              <a:gd name="adj" fmla="val 4348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91323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— Request Object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2557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12557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parameters  →  /users/:id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76776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7677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   →  /search?q=x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27982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22798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POST/PUT payload (needs json())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60520" cy="2103120"/>
          </a:xfrm>
          <a:prstGeom prst="roundRect">
            <a:avLst>
              <a:gd name="adj" fmla="val 4348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128893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 — Response Object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3541699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3541699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string or generic response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4053763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4053763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JSON response object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4581457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res.status(CODE)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458145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HTTP code (200, 404, 500)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&amp; res in Routes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// Parse JSON bodies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req.params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app.get('/users/:userId',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req.params.userId;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res.send(`User: ${id}`);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req.query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app.get('/search',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 = req.query.q;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results: q });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req.body + status code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app.post('/users',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newUser = req.body;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res.status(201).json(newUser);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RESTFUL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790529"/>
            <a:ext cx="4160520" cy="1696793"/>
          </a:xfrm>
          <a:prstGeom prst="roundRect">
            <a:avLst>
              <a:gd name="adj" fmla="val 549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99169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5512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REST?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44889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54033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(Representational State Transfer) is a standard for designing clean, predictable APIs.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separates the client from the server and uses HTTP as the communication protocol.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552819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" y="2753987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27539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2644259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Nouns for URLs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7552" y="2973443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/recipes  /users  /orders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" y="341251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5488" y="361368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36136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87552" y="350395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HTTP Verbs for Actions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87552" y="383313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PUT/PATCH · DELETE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426439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" y="446556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" y="44655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435583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Status Codes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87552" y="468501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201 Created · 404 Not Found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Verb → Action Map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54880" y="1353312"/>
            <a:ext cx="4069080" cy="365760"/>
          </a:xfrm>
          <a:prstGeom prst="roundRect">
            <a:avLst>
              <a:gd name="adj" fmla="val 15000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28032" y="1353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05272" y="135331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82512" y="13533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URL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955280" y="13533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1755648"/>
            <a:ext cx="406908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28032" y="17922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05272" y="179222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382512" y="1792224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955280" y="1792224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754880" y="228600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28032" y="232257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605272" y="2322576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82512" y="2322576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955280" y="2322576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754880" y="2816352"/>
            <a:ext cx="406908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28032" y="285292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605272" y="2852928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382512" y="285292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955280" y="285292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754880" y="3346704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828032" y="338328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605272" y="338328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382512" y="3383280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7955280" y="3383280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754880" y="3877056"/>
            <a:ext cx="406908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828032" y="39136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5605272" y="3913632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382512" y="391363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955280" y="391363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CRUD IN EXPRESS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data-driven API maps to four operations: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REST + Express, each maps to an HTTP verb and a route.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529219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638947"/>
            <a:ext cx="749808" cy="347472"/>
          </a:xfrm>
          <a:prstGeom prst="roundRect">
            <a:avLst>
              <a:gd name="adj" fmla="val 1052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638947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16736" y="2657235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29968" y="2657235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47872" y="2657235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resource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7472" y="3187587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297315"/>
            <a:ext cx="749808" cy="347472"/>
          </a:xfrm>
          <a:prstGeom prst="roundRect">
            <a:avLst>
              <a:gd name="adj" fmla="val 1052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3297315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316736" y="3315603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029968" y="3315603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47872" y="3315603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resource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" y="3845955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3955683"/>
            <a:ext cx="749808" cy="347472"/>
          </a:xfrm>
          <a:prstGeom prst="roundRect">
            <a:avLst>
              <a:gd name="adj" fmla="val 1052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955683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316736" y="3973971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029968" y="3973971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547872" y="3973971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resource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47472" y="4504323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7200" y="4614051"/>
            <a:ext cx="749808" cy="347472"/>
          </a:xfrm>
          <a:prstGeom prst="roundRect">
            <a:avLst>
              <a:gd name="adj" fmla="val 1052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" y="4614051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316736" y="4632339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29968" y="4632339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/api/users/:id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547872" y="4632339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resource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Routes in Express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users = [{ id: 1, name: 'Alice' }];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(POST /api/users)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app.post('/api/users',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{ ...req.body, id: Date.now() };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users.push(user);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res.status(201).json(user);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(GET /api/users)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app.get('/api/users',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res.json(users);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(PUT /api/users/:id)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app.put('/api/users/:id',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 = users.map(u =&gt;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u.id == req.params.id ? req.body : u);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res.json(req.body);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(DELETE /api/users/:id)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app.delete('/api/users/:id',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 = users.filter(u =&gt;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u.id != req.params.id);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work together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96596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— runs your server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8288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70048" y="1828800"/>
            <a:ext cx="1965960" cy="384048"/>
          </a:xfrm>
          <a:prstGeom prst="rect">
            <a:avLst/>
          </a:prstGeom>
          <a:solidFill>
            <a:srgbClr val="52B788">
              <a:alpha val="82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70048" y="1828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2304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61488" y="2788920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— routing, middleware, req/res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18288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91456" y="1828800"/>
            <a:ext cx="1965960" cy="384048"/>
          </a:xfrm>
          <a:prstGeom prst="rect">
            <a:avLst/>
          </a:prstGeom>
          <a:solidFill>
            <a:srgbClr val="52B788">
              <a:alpha val="64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1456" y="1828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2304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2788920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— clean, predictable endpoints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12864" y="18288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12864" y="1828800"/>
            <a:ext cx="1965960" cy="384048"/>
          </a:xfrm>
          <a:prstGeom prst="rect">
            <a:avLst/>
          </a:prstGeom>
          <a:solidFill>
            <a:srgbClr val="52B788">
              <a:alpha val="46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12864" y="1828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4304" y="2304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788920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Create, Read, Update, Delete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645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foundation to build server-side applications, design REST APIs, and handle real client requests.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1444</Words>
  <Application>Microsoft Macintosh PowerPoint</Application>
  <PresentationFormat>On-screen Show (16:9)</PresentationFormat>
  <Paragraphs>269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Backend</dc:title>
  <dc:subject>PptxGenJS Presentation</dc:subject>
  <dc:creator>PptxGenJS</dc:creator>
  <cp:lastModifiedBy>Franco Gian de Castro</cp:lastModifiedBy>
  <cp:revision>2</cp:revision>
  <dcterms:created xsi:type="dcterms:W3CDTF">2026-06-12T09:08:35Z</dcterms:created>
  <dcterms:modified xsi:type="dcterms:W3CDTF">2026-06-12T09:22:10Z</dcterms:modified>
</cp:coreProperties>
</file>