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1"/>
    <p:restoredTop sz="94610"/>
  </p:normalViewPr>
  <p:slideViewPr>
    <p:cSldViewPr snapToGrid="0" snapToObjects="1">
      <p:cViewPr>
        <p:scale>
          <a:sx n="160" d="100"/>
          <a:sy n="160" d="100"/>
        </p:scale>
        <p:origin x="96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294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1A4731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API with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Setup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— from project init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live cloud database connection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INITIALIZING THE NODE.JS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743637"/>
            <a:ext cx="4160520" cy="1344442"/>
          </a:xfrm>
          <a:prstGeom prst="roundRect">
            <a:avLst>
              <a:gd name="adj" fmla="val 549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866655"/>
            <a:ext cx="411480" cy="3600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830078"/>
            <a:ext cx="3246120" cy="336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323853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415295"/>
            <a:ext cx="3703320" cy="656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 folder for your Node.js API. Open it in VS Code, then run the init and install commands in the integrated terminal.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125634"/>
            <a:ext cx="4160520" cy="55473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253650"/>
            <a:ext cx="347472" cy="30999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253650"/>
            <a:ext cx="347472" cy="30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2217074"/>
            <a:ext cx="3502152" cy="39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 and name it after your project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2745081"/>
            <a:ext cx="4160520" cy="554734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873097"/>
            <a:ext cx="347472" cy="30999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873097"/>
            <a:ext cx="347472" cy="30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2836521"/>
            <a:ext cx="3502152" cy="39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folder in VS Code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3348897"/>
            <a:ext cx="4160520" cy="55473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476913"/>
            <a:ext cx="347472" cy="30999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476913"/>
            <a:ext cx="347472" cy="30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440337"/>
            <a:ext cx="3502152" cy="39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VS Code terminal (Ctrl + `)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3952713"/>
            <a:ext cx="4160520" cy="554734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080729"/>
            <a:ext cx="347472" cy="30999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080729"/>
            <a:ext cx="347472" cy="30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4044153"/>
            <a:ext cx="3502152" cy="39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init -y   to initialize the project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47472" y="4556530"/>
            <a:ext cx="4160520" cy="55473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4684546"/>
            <a:ext cx="347472" cy="30999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4684546"/>
            <a:ext cx="347472" cy="30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32688" y="4647970"/>
            <a:ext cx="3502152" cy="39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install express mongoose   to install dependencies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Commands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Initialize a new Node.js project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Install required packages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mongoose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Optional: install nodemon for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auto-restart on file changes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nodemon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project structure will look like: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my-project/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├── node_modules/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├── package.json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└── server.js  ← create this next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MONGODB ATLAS ACCOUNT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703070"/>
          </a:xfrm>
          <a:prstGeom prst="roundRect">
            <a:avLst>
              <a:gd name="adj" fmla="val 4762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64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40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89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MongoDB's cloud database platform. You'll use it to host your database instead of running MongoDB locally.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cloud.mongodb.com using your DLSL email.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623931"/>
            <a:ext cx="4160520" cy="5557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751947"/>
            <a:ext cx="347472" cy="310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751947"/>
            <a:ext cx="347472" cy="3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2715371"/>
            <a:ext cx="3502152" cy="39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cloud.mongodb.com and sign up with your DLSL email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3233796"/>
            <a:ext cx="4160520" cy="555796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361812"/>
            <a:ext cx="347472" cy="310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361812"/>
            <a:ext cx="347472" cy="3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3325236"/>
            <a:ext cx="3502152" cy="39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and log in to MongoDB Atlas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3851615"/>
            <a:ext cx="4160520" cy="5557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979631"/>
            <a:ext cx="347472" cy="310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979631"/>
            <a:ext cx="347472" cy="3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943055"/>
            <a:ext cx="3502152" cy="39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'Build a Database' to start cluster creation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4461479"/>
            <a:ext cx="4160520" cy="555796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589495"/>
            <a:ext cx="347472" cy="310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589495"/>
            <a:ext cx="347472" cy="3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4552919"/>
            <a:ext cx="3502152" cy="39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account setup wizard to completion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Setup Checklist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1389888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591056"/>
            <a:ext cx="310896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40096" y="1481328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340096" y="181051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 at cloud.mongodb.com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54880" y="2249424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450592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40096" y="2340864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340096" y="267004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DLSL email verified and active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54880" y="310896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310128"/>
            <a:ext cx="310896" cy="31089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340096" y="320040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340096" y="352958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accessed Atlas dashboard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754880" y="3968496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4169664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40096" y="4059936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done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340096" y="43891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initial setup wizard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YOUR CLUSTER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436407"/>
          </a:xfrm>
          <a:prstGeom prst="roundRect">
            <a:avLst>
              <a:gd name="adj" fmla="val 5952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84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59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Configuration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5814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is the server that hosts your database. Configure and deploy the free-tier cluster with these exact settings.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372674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237267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372674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775010"/>
            <a:ext cx="4160520" cy="43891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" y="2829874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23744" y="282987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Free (Shared)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325049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330536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Name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23744" y="330536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learnnode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" y="3725986"/>
            <a:ext cx="4160520" cy="43891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" y="378085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23744" y="378085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420147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" y="4256338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23744" y="4256338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(ap-southeast-1)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4676962"/>
            <a:ext cx="4160520" cy="402336"/>
          </a:xfrm>
          <a:prstGeom prst="roundRect">
            <a:avLst>
              <a:gd name="adj" fmla="val 13636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488" y="467696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'Create Deployment'  to launch the cluster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Deployment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54880" y="1389888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64608" y="1517904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64608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40096" y="1481328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provisions your cluster — takes 1–3 minutes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54880" y="2103120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864608" y="223113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6460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40096" y="2194560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redirected to the security setup screen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54880" y="2816352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864608" y="2944368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6460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340096" y="2907792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database user password on this screen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754880" y="3529584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864608" y="3657600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64608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340096" y="3621024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'Create Database User' to confirm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754880" y="4242816"/>
            <a:ext cx="4069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864608" y="4370832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864608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340096" y="4334256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modal when done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DATABASE USER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518240"/>
          </a:xfrm>
          <a:prstGeom prst="roundRect">
            <a:avLst>
              <a:gd name="adj" fmla="val 4545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10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3"/>
            <a:ext cx="3246120" cy="289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Security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82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requires a database user to authenticate connections. This is separate from your Atlas account login — it's the credential your Node.js app will use to connect.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51659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626320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62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2608032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Create Deployment, the security modal opens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317496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284688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28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3266400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strong password for the database user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383332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94305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943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92476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'Create Database User' to save the credentials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4491696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601424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601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4583136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modal — your user is now created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Best Practices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1353312"/>
            <a:ext cx="4069080" cy="1316736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01184" y="144475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Save Your Credentials Now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01184" y="1773936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username and password immediately. You will need them in the connection string.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your Atlas account password here — create a unique DB user password.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2726505"/>
            <a:ext cx="4069080" cy="2345436"/>
          </a:xfrm>
          <a:prstGeom prst="roundRect">
            <a:avLst>
              <a:gd name="adj" fmla="val 3636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919472" y="2854521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120640" y="2854521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321808" y="2854521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919472" y="3046545"/>
            <a:ext cx="37398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DB user credentials format: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Username: your Atlas username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Password: the password you just set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These are NOT your Atlas login creds 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they are used ONLY in the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connection string for Node.js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credential pair: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username: francogiandecastro16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password: [what you set above]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NEVER commit credentials to GitHub.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store them in a .env file.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YOUR DATABASE &amp; COLLECTION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765314"/>
            <a:ext cx="4160520" cy="1314268"/>
          </a:xfrm>
          <a:prstGeom prst="roundRect">
            <a:avLst>
              <a:gd name="adj" fmla="val 505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966481"/>
            <a:ext cx="411480" cy="34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29905"/>
            <a:ext cx="3246120" cy="317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Collection Setup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423680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491268"/>
            <a:ext cx="370332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cluster is ready, you need to manually create a database and at least one collection inside it. Atlas will not do this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182633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912" y="2255785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" y="225578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" y="2237497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cluster status to show 'Active'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2603257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" y="2676409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26764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4672" y="2658121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'Database' in the left sidebar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7472" y="3023881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38912" y="3097033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8912" y="30970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4672" y="3078745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'Browse Collections' on your cluster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3444505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38912" y="3517657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38912" y="35176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04672" y="3499369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'Create Database' in the Collections panel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7472" y="3865129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8912" y="3938281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393828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04672" y="3919993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Database Name (e.g. sample_database)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47472" y="4285753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38912" y="4358905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38912" y="43589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04672" y="4340617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Collection Name (e.g. users)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7472" y="4706377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38912" y="4779529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38912" y="47795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04672" y="4761241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'Additional Preferences' — click Create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754880" y="1389888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901184" y="148132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Name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901184" y="181051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sample_database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901184" y="210312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underscores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54880" y="2596896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901184" y="2688336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Name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901184" y="301752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 /  recipes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901184" y="331012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nouns, lowercase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754880" y="380390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901184" y="3895344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Field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901184" y="422452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firstName, createdAt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901184" y="451713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keys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CONNECTION STRING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556468"/>
          </a:xfrm>
          <a:prstGeom prst="roundRect">
            <a:avLst>
              <a:gd name="adj" fmla="val 5000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502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26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Connection String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778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string is the URL your Node.js app uses to talk to MongoDB Atlas. It contains your cluster address, username, password, and database name.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540444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912" y="2613596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" y="26135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" y="2595308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cluster Overview tab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2961068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" y="3034220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30342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4672" y="3015932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'Connect' button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7472" y="3381692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38912" y="3454844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8912" y="34548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4672" y="343655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'MongoDB for VS Code' option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380231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38912" y="3875468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38912" y="3875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04672" y="3857180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connection string shown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7472" y="4222940"/>
            <a:ext cx="416052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8912" y="4296092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42960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04672" y="4277804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&lt;db_password&gt; with your actual password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47472" y="464356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38912" y="4716716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38912" y="47167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04672" y="4698428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&lt;db_name&gt; with your database name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String Format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(from Atlas)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mongodb+srv://&lt;username&gt;:&lt;db_password&gt;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@learnnode.vtlrd.mongodb.net/&lt;db_name&gt;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with real values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mongodb+srv://francogiandecastro16: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testfranco123@learnnode.vtlrd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.mongodb.net/sample_database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in server.js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mongoose = require('mongoose');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mongoose.connect(process.env.MONGO_URI)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console.log('MongoDB connected!')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console.error(err));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Complete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Node.js + MongoDB Atlas stack is ready to build 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28800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8470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Init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22860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init -y + install express &amp; mongoose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1682496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7872" y="1828800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478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8470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Account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2860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 and completed setup wizard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682496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6288" y="18470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Deployed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M0 tier — learnnode, Singapore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" y="3255264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327355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User Created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371246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saved securely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31089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47872" y="3255264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787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27355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+ Collection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47872" y="371246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via Browse Collections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1089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3255264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27355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String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71246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and added to .env as MONGO_URI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66344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github.com/francogian828/node-js-api  ·  Node.js Crash Course Tutorial Playlist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1037</Words>
  <Application>Microsoft Macintosh PowerPoint</Application>
  <PresentationFormat>On-screen Show (16:9)</PresentationFormat>
  <Paragraphs>208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Node.js with MongoDB</dc:title>
  <dc:subject>PptxGenJS Presentation</dc:subject>
  <dc:creator>PptxGenJS</dc:creator>
  <cp:lastModifiedBy>Franco Gian de Castro</cp:lastModifiedBy>
  <cp:revision>2</cp:revision>
  <dcterms:created xsi:type="dcterms:W3CDTF">2026-06-12T09:30:41Z</dcterms:created>
  <dcterms:modified xsi:type="dcterms:W3CDTF">2026-06-12T15:03:45Z</dcterms:modified>
</cp:coreProperties>
</file>